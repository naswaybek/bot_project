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039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2E4E7E"/>
          </a:solidFill>
          <a:ln w="12700">
            <a:solidFill>
              <a:srgbClr val="2E4E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274320"/>
            <a:ext cx="2560320" cy="256032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4572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 ПРОЕКТ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Learning Bot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5669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A8C4E8"/>
                </a:solidFill>
              </a:rPr>
              <a:t>Чат-бот для изучения основ программирования на Python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2E4E7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8"/>
                </a:solidFill>
              </a:rPr>
              <a:t>Python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167128" y="342900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2E4E7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67128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8"/>
                </a:solidFill>
              </a:rPr>
              <a:t>Django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39896" y="342900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2E4E7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9896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8"/>
                </a:solidFill>
              </a:rPr>
              <a:t>Telegram Bot API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12664" y="3429000"/>
            <a:ext cx="1417320" cy="320040"/>
          </a:xfrm>
          <a:prstGeom prst="roundRect">
            <a:avLst>
              <a:gd name="adj" fmla="val 22857"/>
            </a:avLst>
          </a:prstGeom>
          <a:solidFill>
            <a:srgbClr val="2E4E7E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12664" y="3429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8C4E8"/>
                </a:solidFill>
              </a:rPr>
              <a:t>SQLite</a:t>
            </a:r>
            <a:endParaRPr lang="en-US" sz="95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B30D0A90-A5D6-44A7-B85E-E408E6B7CD21}"/>
              </a:ext>
            </a:extLst>
          </p:cNvPr>
          <p:cNvSpPr/>
          <p:nvPr/>
        </p:nvSpPr>
        <p:spPr>
          <a:xfrm>
            <a:off x="594360" y="2930652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1600" dirty="0">
                <a:solidFill>
                  <a:srgbClr val="A8C4E8"/>
                </a:solidFill>
              </a:rPr>
              <a:t>Жасуланулы Муслим </a:t>
            </a:r>
            <a:r>
              <a:rPr lang="de-DE" sz="1600" dirty="0">
                <a:solidFill>
                  <a:srgbClr val="A8C4E8"/>
                </a:solidFill>
              </a:rPr>
              <a:t>IT2</a:t>
            </a:r>
            <a:r>
              <a:rPr lang="en-US" sz="1600" dirty="0">
                <a:solidFill>
                  <a:srgbClr val="A8C4E8"/>
                </a:solidFill>
              </a:rPr>
              <a:t>-2505SE</a:t>
            </a:r>
            <a:endParaRPr lang="en-US" sz="1600" dirty="0"/>
          </a:p>
        </p:txBody>
      </p:sp>
      <p:pic>
        <p:nvPicPr>
          <p:cNvPr id="1026" name="Picture 2" descr="Logos">
            <a:extLst>
              <a:ext uri="{FF2B5EF4-FFF2-40B4-BE49-F238E27FC236}">
                <a16:creationId xmlns:a16="http://schemas.microsoft.com/office/drawing/2014/main" id="{01AB3ED6-A744-410F-B3DC-422D0ECE5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5777" y="502920"/>
            <a:ext cx="1175540" cy="1051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Цель проекта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Разработать программное приложение на Python — чат-бот с пользовательским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</a:rPr>
              <a:t>интерфейсом и реализованной логикой взаимодействия с пользователем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23160"/>
            <a:ext cx="260604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📚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Обучение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47872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</a:rPr>
              <a:t>Помогать пользователям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</a:rPr>
              <a:t>изучать Python — темы,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</a:rPr>
              <a:t>примеры, задания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42316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423160"/>
            <a:ext cx="260604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514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💬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383280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Интерфейс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3547872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</a:rPr>
              <a:t>Два интерфейса: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</a:rPr>
              <a:t>Telegram-бот и</a:t>
            </a:r>
            <a:endParaRPr lang="en-US" sz="1100" dirty="0"/>
          </a:p>
          <a:p>
            <a:pPr marL="0" indent="0" algn="ctr">
              <a:buNone/>
            </a:pPr>
            <a:r>
              <a:rPr lang="ru-RU" sz="1100" dirty="0">
                <a:solidFill>
                  <a:srgbClr val="6B7A8D"/>
                </a:solidFill>
              </a:rPr>
              <a:t>админка</a:t>
            </a:r>
            <a:r>
              <a:rPr lang="en-US" sz="1100" dirty="0">
                <a:solidFill>
                  <a:srgbClr val="6B7A8D"/>
                </a:solidFill>
              </a:rPr>
              <a:t> на Django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423160"/>
            <a:ext cx="26060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423160"/>
            <a:ext cx="260604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5146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🗄️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217920" y="32004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</a:rPr>
              <a:t>База данных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547872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</a:rPr>
              <a:t>Сохранять историю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</a:rPr>
              <a:t>запросов и управлять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A8D"/>
                </a:solidFill>
              </a:rPr>
              <a:t>ею через админку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Используемые технологии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1508760"/>
          </a:xfrm>
          <a:prstGeom prst="rect">
            <a:avLst/>
          </a:prstGeom>
          <a:solidFill>
            <a:srgbClr val="3572A5"/>
          </a:solidFill>
          <a:ln w="12700">
            <a:solidFill>
              <a:srgbClr val="3572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A"/>
                </a:solidFill>
              </a:rPr>
              <a:t>Python 3.10+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80160" y="17556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D"/>
                </a:solidFill>
              </a:rPr>
              <a:t>Основной язык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188720"/>
            <a:ext cx="64008" cy="1508760"/>
          </a:xfrm>
          <a:prstGeom prst="rect">
            <a:avLst/>
          </a:prstGeom>
          <a:solidFill>
            <a:srgbClr val="2CA5E0"/>
          </a:solidFill>
          <a:ln w="12700">
            <a:solidFill>
              <a:srgbClr val="2CA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3258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A"/>
                </a:solidFill>
              </a:rPr>
              <a:t>pyTelegramBotAPI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0" y="17556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D"/>
                </a:solidFill>
              </a:rPr>
              <a:t>Telegram-бот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1887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188720"/>
            <a:ext cx="64008" cy="1508760"/>
          </a:xfrm>
          <a:prstGeom prst="rect">
            <a:avLst/>
          </a:prstGeom>
          <a:solidFill>
            <a:srgbClr val="092E20"/>
          </a:solidFill>
          <a:ln w="12700">
            <a:solidFill>
              <a:srgbClr val="092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3258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49440" y="1325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A"/>
                </a:solidFill>
              </a:rPr>
              <a:t>Django 4.2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49440" y="17556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D"/>
                </a:solidFill>
              </a:rPr>
              <a:t>Веб-интерфейс и админка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64008" cy="1508760"/>
          </a:xfrm>
          <a:prstGeom prst="rect">
            <a:avLst/>
          </a:prstGeom>
          <a:solidFill>
            <a:srgbClr val="003B57"/>
          </a:solidFill>
          <a:ln w="12700">
            <a:solidFill>
              <a:srgbClr val="003B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546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016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A"/>
                </a:solidFill>
              </a:rPr>
              <a:t>SQLite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280160" y="3584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D"/>
                </a:solidFill>
              </a:rPr>
              <a:t>База данных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017520"/>
            <a:ext cx="64008" cy="1508760"/>
          </a:xfrm>
          <a:prstGeom prst="rect">
            <a:avLst/>
          </a:prstGeom>
          <a:solidFill>
            <a:srgbClr val="44B78B"/>
          </a:solidFill>
          <a:ln w="12700">
            <a:solidFill>
              <a:srgbClr val="44B7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1546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11480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A"/>
                </a:solidFill>
              </a:rPr>
              <a:t>Django ORM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14800" y="3584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D"/>
                </a:solidFill>
              </a:rPr>
              <a:t>Работа с БД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017520"/>
            <a:ext cx="2606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017520"/>
            <a:ext cx="64008" cy="1508760"/>
          </a:xfrm>
          <a:prstGeom prst="rect">
            <a:avLst/>
          </a:prstGeom>
          <a:solidFill>
            <a:srgbClr val="E34C26"/>
          </a:solidFill>
          <a:ln w="12700">
            <a:solidFill>
              <a:srgbClr val="E34C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1546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🎨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94944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2B4A"/>
                </a:solidFill>
              </a:rPr>
              <a:t>HTML / CSS / JS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949440" y="35844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A8D"/>
                </a:solidFill>
              </a:rPr>
              <a:t>Фронтенд веб-чата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Архитектура проекта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9987" y="1261872"/>
            <a:ext cx="2103120" cy="1554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75707" y="1353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👤 Пользователь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875707" y="185623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Telegram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или браузер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76107" y="1261872"/>
            <a:ext cx="2103120" cy="1554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121827" y="1353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🗄️ База данных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1827" y="185623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SQLite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UserQuery / ChatMessage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51395" y="1993392"/>
            <a:ext cx="1115568" cy="73152"/>
          </a:xfrm>
          <a:prstGeom prst="rect">
            <a:avLst/>
          </a:prstGeom>
          <a:solidFill>
            <a:srgbClr val="6B7A8D"/>
          </a:solidFill>
          <a:ln w="12700">
            <a:solidFill>
              <a:srgbClr val="6B7A8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9987" y="3044952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9987" y="3044952"/>
            <a:ext cx="210312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9987" y="309981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875707" y="36667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</a:rPr>
              <a:t>Telegram Bot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75707" y="40507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bot.py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pyTelegramBotAPI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76107" y="3044952"/>
            <a:ext cx="2103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076107" y="3044952"/>
            <a:ext cx="210312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6107" y="309981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121827" y="36667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A"/>
                </a:solidFill>
              </a:rPr>
              <a:t>Админка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1827" y="405079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/admin/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7A8D"/>
                </a:solidFill>
              </a:rPr>
              <a:t>Django Admin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Демонстрация интерфейса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74320" y="4800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A8D"/>
                </a:solidFill>
              </a:rPr>
              <a:t>Веб-чат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4800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B7A8D"/>
                </a:solidFill>
              </a:rPr>
              <a:t>Django-админка</a:t>
            </a:r>
            <a:endParaRPr lang="en-US" sz="10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1BE059E-5D68-4856-B8D4-6AC7C4A3D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87" y="1603170"/>
            <a:ext cx="4224516" cy="307667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83FDBFDF-EC3C-4007-BEBC-459BF0E84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4497" y="1887741"/>
            <a:ext cx="4531971" cy="26501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Основные функции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💬 Команды бота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81328"/>
            <a:ext cx="4023360" cy="374904"/>
          </a:xfrm>
          <a:prstGeom prst="rect">
            <a:avLst/>
          </a:prstGeom>
          <a:solidFill>
            <a:srgbClr val="E8F0FB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81328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/start, /help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74520" y="1481328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B3C"/>
                </a:solidFill>
              </a:rPr>
              <a:t>Начало работы и справка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856232"/>
            <a:ext cx="4023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856232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/topics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74520" y="1856232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B3C"/>
                </a:solidFill>
              </a:rPr>
              <a:t>Список тем Python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31136"/>
            <a:ext cx="4023360" cy="374904"/>
          </a:xfrm>
          <a:prstGeom prst="rect">
            <a:avLst/>
          </a:prstGeom>
          <a:solidFill>
            <a:srgbClr val="E8F0FB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31136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/topic [тема]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74520" y="2231136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B3C"/>
                </a:solidFill>
              </a:rPr>
              <a:t>Объяснение темы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606040"/>
            <a:ext cx="4023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606040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/example [тема]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74520" y="2606040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B3C"/>
                </a:solidFill>
              </a:rPr>
              <a:t>Пример кода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980944"/>
            <a:ext cx="4023360" cy="374904"/>
          </a:xfrm>
          <a:prstGeom prst="rect">
            <a:avLst/>
          </a:prstGeom>
          <a:solidFill>
            <a:srgbClr val="E8F0FB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2980944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/task [тема]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874520" y="2980944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B3C"/>
                </a:solidFill>
              </a:rPr>
              <a:t>Задание по теме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355848"/>
            <a:ext cx="4023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355848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/quiz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74520" y="3355848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B3C"/>
                </a:solidFill>
              </a:rPr>
              <a:t>Мини-викторина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730752"/>
            <a:ext cx="4023360" cy="374904"/>
          </a:xfrm>
          <a:prstGeom prst="rect">
            <a:avLst/>
          </a:prstGeom>
          <a:solidFill>
            <a:srgbClr val="E8F0FB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7472" y="3730752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/quote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874520" y="3730752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B3C"/>
                </a:solidFill>
              </a:rPr>
              <a:t>Цитата о программировании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105656"/>
            <a:ext cx="40233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4105656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/weather [город]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874520" y="4105656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B3C"/>
                </a:solidFill>
              </a:rPr>
              <a:t>Погода (заглушка API)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480560"/>
            <a:ext cx="4023360" cy="374904"/>
          </a:xfrm>
          <a:prstGeom prst="rect">
            <a:avLst/>
          </a:prstGeom>
          <a:solidFill>
            <a:srgbClr val="E8F0FB"/>
          </a:solidFill>
          <a:ln w="12700">
            <a:solidFill>
              <a:srgbClr val="E0EA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480560"/>
            <a:ext cx="1463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/progress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874520" y="4480560"/>
            <a:ext cx="23317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E2B3C"/>
                </a:solidFill>
              </a:rPr>
              <a:t>Статистика запросов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1097280"/>
            <a:ext cx="4023360" cy="347472"/>
          </a:xfrm>
          <a:prstGeom prst="rect">
            <a:avLst/>
          </a:prstGeom>
          <a:solidFill>
            <a:srgbClr val="2E4E7E"/>
          </a:solidFill>
          <a:ln w="12700">
            <a:solidFill>
              <a:srgbClr val="2E4E7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1097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</a:rPr>
              <a:t>⚡ Особенности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1609344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1609344"/>
            <a:ext cx="54864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160934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44068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4A"/>
                </a:solidFill>
              </a:rPr>
              <a:t>Обработка ошибок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440680" y="1920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Пустой ввод, неизвестная команда,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отсутствие аргумента, сбой БД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2322576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2322576"/>
            <a:ext cx="54864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232257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440680" y="2359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4A"/>
                </a:solidFill>
              </a:rPr>
              <a:t>Django-админка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440680" y="2633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Просмотр запросов, фильтрация,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заметки поддержки, статусы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46320" y="3035808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46320" y="3035808"/>
            <a:ext cx="54864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303580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💾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5440680" y="3072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4A"/>
                </a:solidFill>
              </a:rPr>
              <a:t>История в БД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440680" y="33467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Все сообщения сохраняются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в SQLite через Django ORM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46320" y="3749040"/>
            <a:ext cx="4023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846320" y="3749040"/>
            <a:ext cx="54864" cy="65836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92040" y="374904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5440680" y="3785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A2B4A"/>
                </a:solidFill>
              </a:rPr>
              <a:t>10+ команд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440680" y="4059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Темы, примеры, задания, викторина,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</a:rPr>
              <a:t>погода, цитаты, статистика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2E4E7E"/>
          </a:solidFill>
          <a:ln w="12700">
            <a:solidFill>
              <a:srgbClr val="2E4E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731520"/>
            <a:ext cx="2743200" cy="2743200"/>
          </a:xfrm>
          <a:prstGeom prst="ellipse">
            <a:avLst/>
          </a:prstGeom>
          <a:solidFill>
            <a:srgbClr val="2E4E7E"/>
          </a:solidFill>
          <a:ln w="12700">
            <a:solidFill>
              <a:srgbClr val="2E4E7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Выводы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8FF"/>
                </a:solidFill>
              </a:rPr>
              <a:t>✅  Реализован рабочий чат-бот с 10+ командами на Python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18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8FF"/>
                </a:solidFill>
              </a:rPr>
              <a:t>✅  Два интерфейса: Telegram-бот и </a:t>
            </a:r>
            <a:r>
              <a:rPr lang="ru-RU" sz="1300" dirty="0">
                <a:solidFill>
                  <a:srgbClr val="D6E8FF"/>
                </a:solidFill>
              </a:rPr>
              <a:t>интерфейс</a:t>
            </a:r>
            <a:r>
              <a:rPr lang="en-US" sz="1300" dirty="0">
                <a:solidFill>
                  <a:srgbClr val="D6E8FF"/>
                </a:solidFill>
              </a:rPr>
              <a:t> на Django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23113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8FF"/>
                </a:solidFill>
              </a:rPr>
              <a:t>✅  База данных SQLite с сохранением всей истории запросов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84378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8FF"/>
                </a:solidFill>
              </a:rPr>
              <a:t>✅  Django-админка для управления запросами пользователей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4564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8FF"/>
                </a:solidFill>
              </a:rPr>
              <a:t>✅  Полная обработка ошибок: пустой ввод, неизвестные команды, сбои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4069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6E8FF"/>
                </a:solidFill>
              </a:rPr>
              <a:t>✅  Структурированный код, README.md и requirements.txt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4617720"/>
            <a:ext cx="5943600" cy="347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6177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</a:rPr>
              <a:t>Спасибо за внимание!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334</Words>
  <Application>Microsoft Office PowerPoint</Application>
  <PresentationFormat>On-screen Show (16:9)</PresentationFormat>
  <Paragraphs>115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Learning Bot</dc:title>
  <dc:subject>PptxGenJS Presentation</dc:subject>
  <dc:creator>Student</dc:creator>
  <cp:lastModifiedBy>Muslim Zhasulanuly</cp:lastModifiedBy>
  <cp:revision>3</cp:revision>
  <dcterms:created xsi:type="dcterms:W3CDTF">2026-05-20T05:46:54Z</dcterms:created>
  <dcterms:modified xsi:type="dcterms:W3CDTF">2026-05-20T05:59:23Z</dcterms:modified>
</cp:coreProperties>
</file>